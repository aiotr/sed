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36576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Bihurgailu Analogiko-Digitala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74320" y="22860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— Analog-to-Digital Converter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Nola itzultzen dira datu fisikoak 80C552an?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Sentsoreen Mundua • NXP 80C552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Zergatik ADC (Analog-to-Digital)?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749040" cy="3474720"/>
          </a:xfrm>
          <a:prstGeom prst="rect">
            <a:avLst/>
          </a:prstGeom>
          <a:solidFill>
            <a:srgbClr val="1E2D4A"/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Mikrokontrolagailua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3383280" cy="2560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Bitarrak bakarrik ulertzen ditu: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 → bit 0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 → bit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Tarteko balioak? 😕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20640" y="960120"/>
            <a:ext cx="3749040" cy="3474720"/>
          </a:xfrm>
          <a:prstGeom prst="rect">
            <a:avLst/>
          </a:prstGeom>
          <a:solidFill>
            <a:srgbClr val="1E2D4A"/>
          </a:solidFill>
          <a:ln w="19050">
            <a:solidFill>
              <a:srgbClr val="06B6D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0972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 / Errealitate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21208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Magnitudeak jarraituak dira: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23.5 ºC → 1.2 V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Argitasuna %40 → 2.5 V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Soinua → aldakorra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ADC-ak bihurtzen du! ✅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069080" y="2697480"/>
            <a:ext cx="100584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ysDash"/>
          </a:ln>
        </p:spPr>
      </p:sp>
      <p:sp>
        <p:nvSpPr>
          <p:cNvPr id="13" name="Text 9"/>
          <p:cNvSpPr/>
          <p:nvPr/>
        </p:nvSpPr>
        <p:spPr>
          <a:xfrm>
            <a:off x="4160520" y="235915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80C552-ren ADC Propietateak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3291840"/>
          </a:xfrm>
          <a:prstGeom prst="rect">
            <a:avLst/>
          </a:prstGeom>
          <a:solidFill>
            <a:srgbClr val="1E2D4A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1887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10-bit ADC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2514600"/>
            <a:ext cx="246888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Barneratuta dator 80C552an — gehigarri berezirik beharrik gabe!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3291840"/>
          </a:xfrm>
          <a:prstGeom prst="rect">
            <a:avLst/>
          </a:prstGeom>
          <a:solidFill>
            <a:srgbClr val="1E2D4A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005840"/>
            <a:ext cx="2743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1023 eskala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83280" y="2514600"/>
            <a:ext cx="246888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bitek 1024 maila posible ematen dituzte (2¹⁰ = 1024)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63640" y="1005840"/>
            <a:ext cx="2743200" cy="3291840"/>
          </a:xfrm>
          <a:prstGeom prst="rect">
            <a:avLst/>
          </a:prstGeom>
          <a:solidFill>
            <a:srgbClr val="1E2D4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005840"/>
            <a:ext cx="27432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Kanal (Port 5)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2514600"/>
            <a:ext cx="246888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P5.0 – P5.7: sentsore 8 batera konekta ditzakegu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28600" y="4480560"/>
            <a:ext cx="8686800" cy="502920"/>
          </a:xfrm>
          <a:prstGeom prst="rect">
            <a:avLst/>
          </a:prstGeom>
          <a:solidFill>
            <a:srgbClr val="0F1C3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449884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344168" y="449884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2139696" y="449884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2935224" y="449884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3730752" y="449884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526280" y="449884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5321808" y="449884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117336" y="449884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6912864" y="449884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7708392" y="449884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ADCON Erregistroa eta Funtzionamendua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1828800"/>
          </a:xfrm>
          <a:prstGeom prst="rect">
            <a:avLst/>
          </a:prstGeom>
          <a:solidFill>
            <a:srgbClr val="1E2D4A"/>
          </a:solidFill>
          <a:ln w="19050">
            <a:solidFill>
              <a:srgbClr val="06B6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05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ADCH Erregistroa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1480" y="1554480"/>
            <a:ext cx="36576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Bihurketaren 8 bit garrantzitsuenak (MSB) pilatzen ditu. Irakurketa bukatzen denean, hemen aurkituko dugu balioa.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937760" y="914400"/>
            <a:ext cx="3931920" cy="1828800"/>
          </a:xfrm>
          <a:prstGeom prst="rect">
            <a:avLst/>
          </a:prstGeom>
          <a:solidFill>
            <a:srgbClr val="1E2D4A"/>
          </a:solidFill>
          <a:ln w="19050">
            <a:solidFill>
              <a:srgbClr val="7C3AE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058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005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ADCON Erregistroa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074920" y="1554480"/>
            <a:ext cx="36576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Konfigurazio nagusia. Pizteko, egoera ikusteko banderak eta kanal hautaketa dauzka.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" y="2834640"/>
            <a:ext cx="8595360" cy="2103120"/>
          </a:xfrm>
          <a:prstGeom prst="rect">
            <a:avLst/>
          </a:prstGeom>
          <a:solidFill>
            <a:srgbClr val="0A111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ADCON bitak: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65760" y="3291840"/>
            <a:ext cx="2286000" cy="411480"/>
          </a:xfrm>
          <a:prstGeom prst="rect">
            <a:avLst/>
          </a:prstGeom>
          <a:solidFill>
            <a:srgbClr val="1E2D4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33101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ADCS  (0x08)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834640" y="33101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piztea — bihurketa hasteko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5760" y="3794760"/>
            <a:ext cx="2286000" cy="411480"/>
          </a:xfrm>
          <a:prstGeom prst="rect">
            <a:avLst/>
          </a:prstGeom>
          <a:solidFill>
            <a:srgbClr val="1E2D4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5760" y="3813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ADCI  (0x10)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834640" y="381304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Bihurketa bukatu dela adierazten du (Polling bandera)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65760" y="4297680"/>
            <a:ext cx="2286000" cy="411480"/>
          </a:xfrm>
          <a:prstGeom prst="rect">
            <a:avLst/>
          </a:prstGeom>
          <a:solidFill>
            <a:srgbClr val="1E2D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4315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bit[2:0]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834640" y="43159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 = P5.0,  001 = P5.1 ... 111 = P5.7 (kanal hautaketa)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Polling bidezko Bihurketa Funtzioa (C51)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868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ADBihurketa() funtzioa — C51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0"/>
            <a:ext cx="8595360" cy="3017520"/>
          </a:xfrm>
          <a:prstGeom prst="rect">
            <a:avLst/>
          </a:prstGeom>
          <a:solidFill>
            <a:srgbClr val="070D1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447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 int ADBihurketa(unsigned char kanala) {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6642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(kanala &gt; 7) kanala = 0;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8836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ADCS aktibatu + kanal helbidea (OR)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3225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ADCON = (0x08 | kanala);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2542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2761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ADCI bandera prest egon arte itxaron (Polling)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29809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(!(ADCON &amp; 0x10));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32004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34198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10 bit osoa bueltan: (ADCH &lt;&lt; 2) | (ADCON &amp; 0x03)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36393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((unsigned int)ADCH &lt;&lt; 2) | (ADCON &amp; 0x03);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38587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4462272"/>
            <a:ext cx="8595360" cy="502920"/>
          </a:xfrm>
          <a:prstGeom prst="rect">
            <a:avLst/>
          </a:prstGeom>
          <a:solidFill>
            <a:srgbClr val="0F1C3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49884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Bi shift bidez (&gt;&gt; eta &lt;&lt;) 10 biteko balioa osatzen dugu: MSB 8 bit (ADCH) + LSB 2 bit (ADCON)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Datuak Transformazio Matematikora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0–1023 balioa magnitud esanguratsu batera mapeatzen dugu — interpolazio lineal sinplea erabiliz: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417320"/>
            <a:ext cx="6400800" cy="777240"/>
          </a:xfrm>
          <a:prstGeom prst="rect">
            <a:avLst/>
          </a:prstGeom>
          <a:solidFill>
            <a:srgbClr val="1A0A3A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4630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tenperatura = (70.0 / 1023.0) × konbertsioa − 20.0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8595360" cy="1371600"/>
          </a:xfrm>
          <a:prstGeom prst="rect">
            <a:avLst/>
          </a:prstGeom>
          <a:solidFill>
            <a:srgbClr val="070D1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konbertsioa = ADBihurketa(3);  // P5.3 kanala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254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'f' erantsiz floating-point kalkulua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27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tenperatura = (70.0f / 1023.0f) * (float)konbertsioa - 20.0f;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886200"/>
            <a:ext cx="8595360" cy="594360"/>
          </a:xfrm>
          <a:prstGeom prst="rect">
            <a:avLst/>
          </a:prstGeom>
          <a:solidFill>
            <a:srgbClr val="0A111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931920"/>
            <a:ext cx="5029200" cy="502920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136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ADC: 0 ──────────────────── 531/1023 ──────────────── 1023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0A111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544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 ºC:   −20 °C ──────────────── 16.2 °C ──────────────── 50 °C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572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280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ONDORIOA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17373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ADC: Mundu Erreala eta Digitala Batzen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274320" y="2697480"/>
            <a:ext cx="8595360" cy="438912"/>
          </a:xfrm>
          <a:prstGeom prst="rect">
            <a:avLst/>
          </a:prstGeom>
          <a:solidFill>
            <a:srgbClr val="1E2D4A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715768"/>
            <a:ext cx="8229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Tentsio analogikoa (0–5V) → zenbaki digital (0–1023)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3209544"/>
            <a:ext cx="8595360" cy="438912"/>
          </a:xfrm>
          <a:prstGeom prst="rect">
            <a:avLst/>
          </a:prstGeom>
          <a:solidFill>
            <a:srgbClr val="1E2D4A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227832"/>
            <a:ext cx="8229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80C552ak 10-bit ADC barneratuta dakar (Port 5 / 8 kanal)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3721608"/>
            <a:ext cx="8595360" cy="438912"/>
          </a:xfrm>
          <a:prstGeom prst="rect">
            <a:avLst/>
          </a:prstGeom>
          <a:solidFill>
            <a:srgbClr val="1E2D4A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739896"/>
            <a:ext cx="8229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ADCON erregistroak kudeaketa osoa egiten du: pizte, bandera, kanal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74320" y="4233672"/>
            <a:ext cx="8595360" cy="438912"/>
          </a:xfrm>
          <a:prstGeom prst="rect">
            <a:avLst/>
          </a:prstGeom>
          <a:solidFill>
            <a:srgbClr val="1E2D4A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251960"/>
            <a:ext cx="8229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PID, Hysteresis ON/OFF... algoritmo aurreratuen oinarria da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Bihurgailu Analogiko-Digitala (ADC)</dc:title>
  <dc:subject>PptxGenJS Presentation</dc:subject>
  <dc:creator>PptxGenJS</dc:creator>
  <cp:lastModifiedBy>PptxGenJS</cp:lastModifiedBy>
  <cp:revision>1</cp:revision>
  <dcterms:created xsi:type="dcterms:W3CDTF">2026-03-11T19:54:23Z</dcterms:created>
  <dcterms:modified xsi:type="dcterms:W3CDTF">2026-03-11T19:54:23Z</dcterms:modified>
</cp:coreProperties>
</file>